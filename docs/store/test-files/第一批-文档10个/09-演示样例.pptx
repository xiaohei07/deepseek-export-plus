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c6078b435944da" /><Relationship Type="http://schemas.openxmlformats.org/officeDocument/2006/relationships/extended-properties" Target="/docProps/app.xml" Id="Rdae521c4ec644f38" /><Relationship Type="http://schemas.openxmlformats.org/officeDocument/2006/relationships/officeDocument" Target="/ppt/presentation.xml" Id="R08dbe6ff216440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e451ce809b45de"/>
  </p:sldMasterIdLst>
  <p:notesMasterIdLst>
    <p:notesMasterId xmlns:r="http://schemas.openxmlformats.org/officeDocument/2006/relationships" r:id="R404fb48a42ac452d"/>
  </p:notesMasterIdLst>
  <p:sldIdLst>
    <p:sldId xmlns:r="http://schemas.openxmlformats.org/officeDocument/2006/relationships" id="256" r:id="R56f5c3ca545442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71cab2332d479b" /><Relationship Type="http://schemas.openxmlformats.org/officeDocument/2006/relationships/slideMaster" Target="/ppt/slideMasters/slideMaster1.xml" Id="R4de451ce809b45de" /><Relationship Type="http://schemas.openxmlformats.org/officeDocument/2006/relationships/notesMaster" Target="/ppt/notesMasters/notesMaster1.xml" Id="R404fb48a42ac452d" /><Relationship Type="http://schemas.openxmlformats.org/officeDocument/2006/relationships/presProps" Target="/ppt/presProps.xml" Id="R29350b988ac44084" /><Relationship Type="http://schemas.openxmlformats.org/officeDocument/2006/relationships/tableStyles" Target="/ppt/tableStyles.xml" Id="Rb613cfc6da004aa4" /><Relationship Type="http://schemas.openxmlformats.org/officeDocument/2006/relationships/slide" Target="/ppt/slides/slide1.xml" Id="R56f5c3ca545442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8f8804603f4a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a428b798384a3c" /><Relationship Type="http://schemas.openxmlformats.org/officeDocument/2006/relationships/notesMaster" Target="/ppt/notesMasters/notesMaster1.xml" Id="R39dcd43fa3ad43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9281ed54ae429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56e25b2fd44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8e8c44bcb4b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1e4091525d49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36e234d97342e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8f6db372e744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C4FF3A-AE55-429D-8899-5D607462AF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78691B-EE80-47F2-B7B2-0BB9FAC2353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36BE3C-E691-435C-94EF-0275B770DB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2EE462-0884-468B-BA85-1A907488F9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FD38708-4CDE-4F05-86D2-FEA31E1A05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8F726C-5136-4D52-B0A0-1959B6C2E1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5305F5-3D97-41EC-9EE5-225C74671A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C3C72F5-735A-4EC8-96E8-4316374338D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4629D2-91E1-4D60-BF43-38CD7EC337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808EC3-0609-4620-9B36-C72BB81352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1b70c9d2234add" /><Relationship Type="http://schemas.openxmlformats.org/officeDocument/2006/relationships/slideLayout" Target="/ppt/slideLayouts/slideLayout1.xml" Id="Rbc915cdc4a894cdf" /><Relationship Type="http://schemas.openxmlformats.org/officeDocument/2006/relationships/slideLayout" Target="/ppt/slideLayouts/slideLayout2.xml" Id="R6345d5fca9914b5e" /><Relationship Type="http://schemas.openxmlformats.org/officeDocument/2006/relationships/slideLayout" Target="/ppt/slideLayouts/slideLayout3.xml" Id="R0ef1825ebcb6404b" /><Relationship Type="http://schemas.openxmlformats.org/officeDocument/2006/relationships/slideLayout" Target="/ppt/slideLayouts/slideLayout4.xml" Id="Rda0ced7216fc40c9" /><Relationship Type="http://schemas.openxmlformats.org/officeDocument/2006/relationships/slideLayout" Target="/ppt/slideLayouts/slideLayout5.xml" Id="Rd2caaa5a333f4149" /><Relationship Type="http://schemas.openxmlformats.org/officeDocument/2006/relationships/slideLayout" Target="/ppt/slideLayouts/slideLayout6.xml" Id="R2a5606f9027944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915cdc4a894cdf"/>
    <p:sldLayoutId xmlns:r="http://schemas.openxmlformats.org/officeDocument/2006/relationships" id="2147483650" r:id="R6345d5fca9914b5e"/>
    <p:sldLayoutId xmlns:r="http://schemas.openxmlformats.org/officeDocument/2006/relationships" id="2147483651" r:id="R0ef1825ebcb6404b"/>
    <p:sldLayoutId xmlns:r="http://schemas.openxmlformats.org/officeDocument/2006/relationships" id="2147483652" r:id="Rda0ced7216fc40c9"/>
    <p:sldLayoutId xmlns:r="http://schemas.openxmlformats.org/officeDocument/2006/relationships" id="2147483653" r:id="Rd2caaa5a333f4149"/>
    <p:sldLayoutId xmlns:r="http://schemas.openxmlformats.org/officeDocument/2006/relationships" id="2147483654" r:id="R2a5606f9027944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32937ee8494f56" /><Relationship Type="http://schemas.openxmlformats.org/officeDocument/2006/relationships/notesSlide" Target="/ppt/notesSlides/notesSlide1.xml" Id="Ra22bfa56c3e540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4C10C-33E8-4D25-852F-C6BC3190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PPTX附件验收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B54B2-3C63-4B76-AA31-E1FBD6E6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854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4854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4854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4854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4854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4854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4854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4854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4854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4854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854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85465"/>
                </a:solidFill>
                <a:latin typeface="Microsoft YaHei"/>
                <a:ea typeface="Microsoft YaHei"/>
                <a:cs typeface="Microsoft YaHei"/>
              </a:rPr>
              <a:t>DSX-PPTX-09 · 虚构数据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97BE5-4181-4702-8919-CF5611EF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5429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纸飞机  2个</a:t>
            </a:r>
          </a:p>
          <a:p xmlns:a="http://schemas.openxmlformats.org/drawingml/2006/main">
            <a:pPr>
              <a:defRPr sz="27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纸船     3个</a:t>
            </a:r>
          </a:p>
          <a:p xmlns:a="http://schemas.openxmlformats.org/drawingml/2006/main">
            <a:pPr>
              <a:defRPr sz="27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纸风车  5个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37298-D6C7-4BF1-AA21-272B33A0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2357A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900" b="1">
                <a:solidFill>
                  <a:srgbClr val="2357A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900" b="1">
                <a:solidFill>
                  <a:srgbClr val="2357A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900" b="1">
                <a:solidFill>
                  <a:srgbClr val="2357A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900" b="1">
                <a:solidFill>
                  <a:srgbClr val="2357A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900" b="1">
                <a:solidFill>
                  <a:srgbClr val="2357A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900" b="1">
                <a:solidFill>
                  <a:srgbClr val="2357A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900" b="1">
                <a:solidFill>
                  <a:srgbClr val="2357A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900" b="1">
                <a:solidFill>
                  <a:srgbClr val="2357A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900" b="1">
                <a:solidFill>
                  <a:srgbClr val="2357A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35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357AE"/>
                </a:solidFill>
                <a:latin typeface="Microsoft YaHei"/>
                <a:ea typeface="Microsoft YaHei"/>
                <a:cs typeface="Microsoft YaHei"/>
              </a:rPr>
              <a:t>合计10个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3499E-F494-446E-A824-BB8AFE28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PPTX-END。请核对标题、数量与结束标记。</a:t>
            </a:r>
          </a:p>
        </p:txBody>
      </p:sp>
    </p:spTree>
    <p:extLst>
      <p:ext uri="{BB962C8B-B14F-4D97-AF65-F5344CB8AC3E}">
        <p14:creationId xmlns:p14="http://schemas.microsoft.com/office/powerpoint/2010/main" val="9408993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2026-10-24T07:35:48.5120000Z</dcterms:created>
  <dcterms:modified xsi:type="dcterms:W3CDTF">2026-10-24T07:35:48.5120000Z</dcterms:modified>
</coreProperties>
</file>